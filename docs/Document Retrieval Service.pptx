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8.png"/><Relationship Id="rId11" Type="http://schemas.openxmlformats.org/officeDocument/2006/relationships/image" Target="../media/image-1-7.png"/><Relationship Id="rId12" Type="http://schemas.openxmlformats.org/officeDocument/2006/relationships/image" Target="../media/image-1-5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1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2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RETRIEVAL SERVICE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1546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Self-Healing Application Delivery on AWS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794760"/>
            <a:ext cx="914400" cy="41148"/>
          </a:xfrm>
          <a:prstGeom prst="rect">
            <a:avLst/>
          </a:prstGeom>
          <a:solidFill>
            <a:srgbClr val="5FC9C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4251960"/>
            <a:ext cx="1677924" cy="420624"/>
          </a:xfrm>
          <a:prstGeom prst="roundRect">
            <a:avLst>
              <a:gd name="adj" fmla="val 50000"/>
            </a:avLst>
          </a:prstGeom>
          <a:solidFill>
            <a:srgbClr val="2E3A7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429768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deck/icons/terra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34340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2144" y="4251960"/>
            <a:ext cx="11841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55748" y="4251960"/>
            <a:ext cx="2295144" cy="420624"/>
          </a:xfrm>
          <a:prstGeom prst="roundRect">
            <a:avLst>
              <a:gd name="adj" fmla="val 50000"/>
            </a:avLst>
          </a:prstGeom>
          <a:solidFill>
            <a:srgbClr val="2E3A7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01468" y="429768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deck/icons/githuba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188" y="434340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6372" y="4251960"/>
            <a:ext cx="1801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97196" y="4251960"/>
            <a:ext cx="2048256" cy="420624"/>
          </a:xfrm>
          <a:prstGeom prst="roundRect">
            <a:avLst>
              <a:gd name="adj" fmla="val 50000"/>
            </a:avLst>
          </a:prstGeom>
          <a:solidFill>
            <a:srgbClr val="2E3A7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42916" y="429768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deck/icons/gitla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6" y="43434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17820" y="425196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CI/CD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1520" y="4764024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2E3A7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809744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/home/claude/deck/icons/aw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55464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52144" y="4764024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OIDC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432304" y="4764024"/>
            <a:ext cx="1677924" cy="420624"/>
          </a:xfrm>
          <a:prstGeom prst="roundRect">
            <a:avLst>
              <a:gd name="adj" fmla="val 50000"/>
            </a:avLst>
          </a:prstGeom>
          <a:solidFill>
            <a:srgbClr val="2E3A7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2478024" y="4809744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/home/claude/deck/icons/s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3744" y="4855464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852928" y="4764024"/>
            <a:ext cx="11841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256532" y="4764024"/>
            <a:ext cx="937260" cy="420624"/>
          </a:xfrm>
          <a:prstGeom prst="roundRect">
            <a:avLst>
              <a:gd name="adj" fmla="val 50000"/>
            </a:avLst>
          </a:prstGeom>
          <a:solidFill>
            <a:srgbClr val="2E3A7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302252" y="4809744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/home/claude/deck/icons/ss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972" y="485546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677156" y="4764024"/>
            <a:ext cx="4434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340096" y="4764024"/>
            <a:ext cx="2542032" cy="420624"/>
          </a:xfrm>
          <a:prstGeom prst="roundRect">
            <a:avLst>
              <a:gd name="adj" fmla="val 50000"/>
            </a:avLst>
          </a:prstGeom>
          <a:solidFill>
            <a:srgbClr val="2E3A7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385816" y="4809744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6" descr="/home/claude/deck/icons/ec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1536" y="4855464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760720" y="4764024"/>
            <a:ext cx="20482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Auto Scaling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731520" y="5276088"/>
            <a:ext cx="937260" cy="420624"/>
          </a:xfrm>
          <a:prstGeom prst="roundRect">
            <a:avLst>
              <a:gd name="adj" fmla="val 50000"/>
            </a:avLst>
          </a:prstGeom>
          <a:solidFill>
            <a:srgbClr val="2E3A78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777240" y="53218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7" descr="/home/claude/deck/icons/al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367528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152144" y="5276088"/>
            <a:ext cx="4434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8549640" y="146304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2E3A78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8705088" y="16230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8" descr="/home/claude/deck/icons/cli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6528" y="1714500"/>
            <a:ext cx="274320" cy="27432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208008" y="1463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41" name="Shape 30"/>
          <p:cNvSpPr/>
          <p:nvPr/>
        </p:nvSpPr>
        <p:spPr>
          <a:xfrm>
            <a:off x="9601200" y="2240280"/>
            <a:ext cx="0" cy="320040"/>
          </a:xfrm>
          <a:prstGeom prst="line">
            <a:avLst/>
          </a:prstGeom>
          <a:noFill/>
          <a:ln w="25400">
            <a:solidFill>
              <a:srgbClr val="9FD8E8"/>
            </a:solidFill>
            <a:prstDash val="solid"/>
            <a:tailEnd type="triangle"/>
          </a:ln>
        </p:spPr>
      </p:sp>
      <p:sp>
        <p:nvSpPr>
          <p:cNvPr id="42" name="Shape 31"/>
          <p:cNvSpPr/>
          <p:nvPr/>
        </p:nvSpPr>
        <p:spPr>
          <a:xfrm>
            <a:off x="8778240" y="256032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8933688" y="27203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9" descr="/home/claude/deck/icons/al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5128" y="2811780"/>
            <a:ext cx="274320" cy="27432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436608" y="2560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300" dirty="0"/>
          </a:p>
        </p:txBody>
      </p:sp>
      <p:sp>
        <p:nvSpPr>
          <p:cNvPr id="46" name="Shape 34"/>
          <p:cNvSpPr/>
          <p:nvPr/>
        </p:nvSpPr>
        <p:spPr>
          <a:xfrm>
            <a:off x="9829800" y="3337560"/>
            <a:ext cx="0" cy="320040"/>
          </a:xfrm>
          <a:prstGeom prst="line">
            <a:avLst/>
          </a:prstGeom>
          <a:noFill/>
          <a:ln w="25400">
            <a:solidFill>
              <a:srgbClr val="9FD8E8"/>
            </a:solidFill>
            <a:prstDash val="solid"/>
            <a:tailEnd type="triangle"/>
          </a:ln>
        </p:spPr>
      </p:sp>
      <p:sp>
        <p:nvSpPr>
          <p:cNvPr id="47" name="Shape 35"/>
          <p:cNvSpPr/>
          <p:nvPr/>
        </p:nvSpPr>
        <p:spPr>
          <a:xfrm>
            <a:off x="9006840" y="36576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8" name="Shape 36"/>
          <p:cNvSpPr/>
          <p:nvPr/>
        </p:nvSpPr>
        <p:spPr>
          <a:xfrm>
            <a:off x="9162288" y="38176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9" name="Image 10" descr="/home/claude/deck/icons/ec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53728" y="3909060"/>
            <a:ext cx="274320" cy="27432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9665208" y="3657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ASG</a:t>
            </a:r>
            <a:endParaRPr lang="en-US" sz="1300" dirty="0"/>
          </a:p>
        </p:txBody>
      </p:sp>
      <p:sp>
        <p:nvSpPr>
          <p:cNvPr id="51" name="Shape 38"/>
          <p:cNvSpPr/>
          <p:nvPr/>
        </p:nvSpPr>
        <p:spPr>
          <a:xfrm>
            <a:off x="10058400" y="4434840"/>
            <a:ext cx="0" cy="320040"/>
          </a:xfrm>
          <a:prstGeom prst="line">
            <a:avLst/>
          </a:prstGeom>
          <a:noFill/>
          <a:ln w="25400">
            <a:solidFill>
              <a:srgbClr val="9FD8E8"/>
            </a:solidFill>
            <a:prstDash val="solid"/>
            <a:tailEnd type="triangle"/>
          </a:ln>
        </p:spPr>
      </p:sp>
      <p:sp>
        <p:nvSpPr>
          <p:cNvPr id="52" name="Shape 39"/>
          <p:cNvSpPr/>
          <p:nvPr/>
        </p:nvSpPr>
        <p:spPr>
          <a:xfrm>
            <a:off x="9235440" y="475488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5FC9C9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53" name="Shape 40"/>
          <p:cNvSpPr/>
          <p:nvPr/>
        </p:nvSpPr>
        <p:spPr>
          <a:xfrm>
            <a:off x="9390888" y="49149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11" descr="/home/claude/deck/icons/s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82328" y="5006340"/>
            <a:ext cx="274320" cy="274320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9893808" y="47548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/ SSM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6126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Spring Boot application that serves as the App layer of an AWS platform engineering implementation — built to prove out an immutable, self-healing deployment model rather than to be feature-rich.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596896"/>
            <a:ext cx="347472" cy="347472"/>
          </a:xfrm>
          <a:prstGeom prst="ellipse">
            <a:avLst/>
          </a:prstGeom>
          <a:solidFill>
            <a:srgbClr val="DCEAF0"/>
          </a:solidFill>
          <a:ln/>
        </p:spPr>
      </p:sp>
      <p:pic>
        <p:nvPicPr>
          <p:cNvPr id="8" name="Image 0" descr="/home/claude/deck/icons/ja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" y="2666390"/>
            <a:ext cx="208483" cy="20848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0120" y="2596896"/>
            <a:ext cx="347472" cy="347472"/>
          </a:xfrm>
          <a:prstGeom prst="ellipse">
            <a:avLst/>
          </a:prstGeom>
          <a:solidFill>
            <a:srgbClr val="DCEAF0"/>
          </a:solidFill>
          <a:ln/>
        </p:spPr>
      </p:sp>
      <p:pic>
        <p:nvPicPr>
          <p:cNvPr id="10" name="Image 1" descr="/home/claude/deck/icons/springbo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666390"/>
            <a:ext cx="208483" cy="20848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417320" y="2596896"/>
            <a:ext cx="347472" cy="347472"/>
          </a:xfrm>
          <a:prstGeom prst="ellipse">
            <a:avLst/>
          </a:prstGeom>
          <a:solidFill>
            <a:srgbClr val="DCEAF0"/>
          </a:solidFill>
          <a:ln/>
        </p:spPr>
      </p:sp>
      <p:pic>
        <p:nvPicPr>
          <p:cNvPr id="12" name="Image 2" descr="/home/claude/deck/icons/mav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14" y="2666390"/>
            <a:ext cx="208483" cy="2084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2024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· Spring Boot 3.3.4 · Maven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02920" y="3209544"/>
            <a:ext cx="347472" cy="347472"/>
          </a:xfrm>
          <a:prstGeom prst="ellipse">
            <a:avLst/>
          </a:prstGeom>
          <a:solidFill>
            <a:srgbClr val="DCEAF0"/>
          </a:solidFill>
          <a:ln/>
        </p:spPr>
      </p:sp>
      <p:pic>
        <p:nvPicPr>
          <p:cNvPr id="15" name="Image 3" descr="/home/claude/deck/icons/aw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" y="3279038"/>
            <a:ext cx="208483" cy="20848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200400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SDK for Java (DefaultCredentialsProvider)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02920" y="3685032"/>
            <a:ext cx="347472" cy="347472"/>
          </a:xfrm>
          <a:prstGeom prst="ellipse">
            <a:avLst/>
          </a:prstGeom>
          <a:solidFill>
            <a:srgbClr val="DCEAF0"/>
          </a:solidFill>
          <a:ln/>
        </p:spPr>
      </p:sp>
      <p:pic>
        <p:nvPicPr>
          <p:cNvPr id="18" name="Image 4" descr="/home/claude/deck/icons/noite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4" y="3754526"/>
            <a:ext cx="208483" cy="20848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3675888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· No message queue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502920" y="4160520"/>
            <a:ext cx="347472" cy="347472"/>
          </a:xfrm>
          <a:prstGeom prst="ellipse">
            <a:avLst/>
          </a:prstGeom>
          <a:solidFill>
            <a:srgbClr val="DCEAF0"/>
          </a:solidFill>
          <a:ln/>
        </p:spPr>
      </p:sp>
      <p:pic>
        <p:nvPicPr>
          <p:cNvPr id="21" name="Image 5" descr="/home/claude/deck/icons/s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14" y="4230014"/>
            <a:ext cx="208483" cy="20848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0120" y="4151376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is the only external dependency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457200" y="470916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come from the AWS SDK’s DefaultCredentialsProvider — a local CLI profile in development, the EC2 instance role in AWS. No access keys are ever embedded in the app.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6903720" y="123444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21295C"/>
          </a:solidFill>
          <a:ln/>
        </p:spPr>
      </p:sp>
      <p:sp>
        <p:nvSpPr>
          <p:cNvPr id="25" name="Text 17"/>
          <p:cNvSpPr/>
          <p:nvPr/>
        </p:nvSpPr>
        <p:spPr>
          <a:xfrm>
            <a:off x="722376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223760" y="201168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5FC9C9"/>
          </a:solidFill>
          <a:ln/>
        </p:spPr>
      </p:sp>
      <p:sp>
        <p:nvSpPr>
          <p:cNvPr id="27" name="Text 19"/>
          <p:cNvSpPr/>
          <p:nvPr/>
        </p:nvSpPr>
        <p:spPr>
          <a:xfrm>
            <a:off x="7223760" y="20116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229600" y="19842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223760" y="24505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health check. Returns OK.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7223760" y="324612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5FC9C9"/>
          </a:solidFill>
          <a:ln/>
        </p:spPr>
      </p:sp>
      <p:sp>
        <p:nvSpPr>
          <p:cNvPr id="31" name="Text 23"/>
          <p:cNvSpPr/>
          <p:nvPr/>
        </p:nvSpPr>
        <p:spPr>
          <a:xfrm>
            <a:off x="7223760" y="32461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8229600" y="32186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/documents/{key}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223760" y="36850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an object from Amazon S3 and returns its contents.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7223760" y="4343400"/>
            <a:ext cx="4206240" cy="137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27"/>
          <p:cNvSpPr/>
          <p:nvPr/>
        </p:nvSpPr>
        <p:spPr>
          <a:xfrm>
            <a:off x="7223760" y="452628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http://localhost:8080/documents/test-document.txt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“Hello from BlueEagle document retrieval service”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70432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infrastructure below is provisioned and managed through Terraform.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DCEAF0"/>
          </a:solidFill>
          <a:ln w="9525">
            <a:solidFill>
              <a:srgbClr val="B9C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2871216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deck/icons/cl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2937053"/>
            <a:ext cx="197510" cy="1975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2186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645920" y="3154680"/>
            <a:ext cx="5029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240280" y="1554480"/>
            <a:ext cx="9464040" cy="4709160"/>
          </a:xfrm>
          <a:prstGeom prst="roundRect">
            <a:avLst>
              <a:gd name="adj" fmla="val 1942"/>
            </a:avLst>
          </a:prstGeom>
          <a:solidFill>
            <a:srgbClr val="F5FAFC"/>
          </a:solidFill>
          <a:ln w="12700">
            <a:solidFill>
              <a:srgbClr val="B9CD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2316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VPC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514600" y="2057400"/>
            <a:ext cx="2286000" cy="3931920"/>
          </a:xfrm>
          <a:prstGeom prst="roundRect">
            <a:avLst>
              <a:gd name="adj" fmla="val 3200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2606040" y="2148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697480" y="27432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6" name="Shape 13"/>
          <p:cNvSpPr/>
          <p:nvPr/>
        </p:nvSpPr>
        <p:spPr>
          <a:xfrm>
            <a:off x="2798064" y="292608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/home/claude/deck/icons/a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531" y="3006547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46120" y="2743200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17720" y="3127248"/>
            <a:ext cx="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120640" y="2057400"/>
            <a:ext cx="2743200" cy="3931920"/>
          </a:xfrm>
          <a:prstGeom prst="roundRect">
            <a:avLst>
              <a:gd name="adj" fmla="val 2667"/>
            </a:avLst>
          </a:prstGeom>
          <a:solidFill>
            <a:srgbClr val="EAF3F7"/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21" name="Text 17"/>
          <p:cNvSpPr/>
          <p:nvPr/>
        </p:nvSpPr>
        <p:spPr>
          <a:xfrm>
            <a:off x="521208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— AUTO SCALING GROUP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349240" y="2606040"/>
            <a:ext cx="228600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23" name="Shape 19"/>
          <p:cNvSpPr/>
          <p:nvPr/>
        </p:nvSpPr>
        <p:spPr>
          <a:xfrm>
            <a:off x="5458968" y="27203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/home/claude/deck/icons/e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79349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888736" y="26060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— Spring Boot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349240" y="3383280"/>
            <a:ext cx="228600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27" name="Shape 22"/>
          <p:cNvSpPr/>
          <p:nvPr/>
        </p:nvSpPr>
        <p:spPr>
          <a:xfrm>
            <a:off x="5458968" y="34975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/home/claude/deck/icons/ec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357073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888736" y="3383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— Spring Boot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349240" y="4160520"/>
            <a:ext cx="228600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31" name="Shape 25"/>
          <p:cNvSpPr/>
          <p:nvPr/>
        </p:nvSpPr>
        <p:spPr>
          <a:xfrm>
            <a:off x="5458968" y="427482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4" descr="/home/claude/deck/icons/ec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4347972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888736" y="41605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— Spring Boot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212080" y="4892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ELB health checks · automated instance replacement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7863840" y="2880360"/>
            <a:ext cx="5029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7863840" y="4434840"/>
            <a:ext cx="5029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8458200" y="256032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5FC9C9"/>
          </a:solidFill>
          <a:ln/>
        </p:spPr>
      </p:sp>
      <p:sp>
        <p:nvSpPr>
          <p:cNvPr id="38" name="Shape 31"/>
          <p:cNvSpPr/>
          <p:nvPr/>
        </p:nvSpPr>
        <p:spPr>
          <a:xfrm>
            <a:off x="8613648" y="276148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5" descr="/home/claude/deck/icons/s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7773" y="2845613"/>
            <a:ext cx="252374" cy="25237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14400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8458200" y="4114800"/>
            <a:ext cx="3063240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42" name="Shape 34"/>
          <p:cNvSpPr/>
          <p:nvPr/>
        </p:nvSpPr>
        <p:spPr>
          <a:xfrm>
            <a:off x="8613648" y="431596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6" descr="/home/claude/deck/icons/ss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7773" y="4400093"/>
            <a:ext cx="252374" cy="25237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144000" y="4114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Parameter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70432" y="9326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twice — once in GitHub Actions, once in GitLab CI/CD — with an identical stage sequence.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454896" y="877824"/>
            <a:ext cx="384048" cy="384048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7" name="Image 0" descr="/home/claude/deck/icons/github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1706" y="954634"/>
            <a:ext cx="230429" cy="2304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912096" y="877824"/>
            <a:ext cx="384048" cy="384048"/>
          </a:xfrm>
          <a:prstGeom prst="ellipse">
            <a:avLst/>
          </a:prstGeom>
          <a:solidFill>
            <a:srgbClr val="EAF3F7"/>
          </a:solidFill>
          <a:ln/>
        </p:spPr>
      </p:sp>
      <p:pic>
        <p:nvPicPr>
          <p:cNvPr id="9" name="Image 1" descr="/home/claude/deck/icons/gitl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906" y="954634"/>
            <a:ext cx="230429" cy="23042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16916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1746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05456" y="17190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/home/claude/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266" y="1795882"/>
            <a:ext cx="230429" cy="2304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1965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182112" y="2171700"/>
            <a:ext cx="265176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3474720" y="16916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17" name="Text 12"/>
          <p:cNvSpPr/>
          <p:nvPr/>
        </p:nvSpPr>
        <p:spPr>
          <a:xfrm>
            <a:off x="3566160" y="1746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340096" y="17190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/home/claude/deck/icons/mav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906" y="1795882"/>
            <a:ext cx="230429" cy="23042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11880" y="1965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016752" y="2171700"/>
            <a:ext cx="265176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6309360" y="16916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23" name="Text 17"/>
          <p:cNvSpPr/>
          <p:nvPr/>
        </p:nvSpPr>
        <p:spPr>
          <a:xfrm>
            <a:off x="6400800" y="1746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174736" y="17190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home/claude/deck/icons/s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546" y="1795882"/>
            <a:ext cx="230429" cy="23042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46520" y="1965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Artifact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8851392" y="2171700"/>
            <a:ext cx="265176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9144000" y="169164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29" name="Text 22"/>
          <p:cNvSpPr/>
          <p:nvPr/>
        </p:nvSpPr>
        <p:spPr>
          <a:xfrm>
            <a:off x="9235440" y="1746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11009376" y="17190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deck/icons/terrafor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6186" y="1795882"/>
            <a:ext cx="230429" cy="23042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1965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Terraform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1897380" y="2651760"/>
            <a:ext cx="0" cy="50292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4" name="Text 26"/>
          <p:cNvSpPr/>
          <p:nvPr/>
        </p:nvSpPr>
        <p:spPr>
          <a:xfrm>
            <a:off x="868680" y="27249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40080" y="324612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36" name="Text 28"/>
          <p:cNvSpPr/>
          <p:nvPr/>
        </p:nvSpPr>
        <p:spPr>
          <a:xfrm>
            <a:off x="731520" y="33009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2505456" y="32735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6" descr="/home/claude/deck/icons/ss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2266" y="3350362"/>
            <a:ext cx="230429" cy="230429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77240" y="35204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SSM Pointer</a:t>
            </a:r>
            <a:endParaRPr lang="en-US" sz="1400" dirty="0"/>
          </a:p>
        </p:txBody>
      </p:sp>
      <p:sp>
        <p:nvSpPr>
          <p:cNvPr id="40" name="Shape 31"/>
          <p:cNvSpPr/>
          <p:nvPr/>
        </p:nvSpPr>
        <p:spPr>
          <a:xfrm>
            <a:off x="3182112" y="3726180"/>
            <a:ext cx="265176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3474720" y="324612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42" name="Text 33"/>
          <p:cNvSpPr/>
          <p:nvPr/>
        </p:nvSpPr>
        <p:spPr>
          <a:xfrm>
            <a:off x="3566160" y="33009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5340096" y="32735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7" descr="/home/claude/deck/icons/as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6906" y="3350362"/>
            <a:ext cx="230429" cy="230429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3611880" y="35204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Instance Refresh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6016752" y="3726180"/>
            <a:ext cx="265176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7" name="Shape 37"/>
          <p:cNvSpPr/>
          <p:nvPr/>
        </p:nvSpPr>
        <p:spPr>
          <a:xfrm>
            <a:off x="6309360" y="324612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48" name="Text 38"/>
          <p:cNvSpPr/>
          <p:nvPr/>
        </p:nvSpPr>
        <p:spPr>
          <a:xfrm>
            <a:off x="6400800" y="33009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Shape 39"/>
          <p:cNvSpPr/>
          <p:nvPr/>
        </p:nvSpPr>
        <p:spPr>
          <a:xfrm>
            <a:off x="8174736" y="32735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8" descr="/home/claude/deck/icons/repea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1546" y="3350362"/>
            <a:ext cx="230429" cy="230429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6446520" y="35204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Refresh</a:t>
            </a:r>
            <a:endParaRPr lang="en-US" sz="1400" dirty="0"/>
          </a:p>
        </p:txBody>
      </p:sp>
      <p:sp>
        <p:nvSpPr>
          <p:cNvPr id="52" name="Shape 41"/>
          <p:cNvSpPr/>
          <p:nvPr/>
        </p:nvSpPr>
        <p:spPr>
          <a:xfrm>
            <a:off x="8851392" y="3726180"/>
            <a:ext cx="265176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3" name="Shape 42"/>
          <p:cNvSpPr/>
          <p:nvPr/>
        </p:nvSpPr>
        <p:spPr>
          <a:xfrm>
            <a:off x="9144000" y="324612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/>
        </p:spPr>
      </p:sp>
      <p:sp>
        <p:nvSpPr>
          <p:cNvPr id="54" name="Text 43"/>
          <p:cNvSpPr/>
          <p:nvPr/>
        </p:nvSpPr>
        <p:spPr>
          <a:xfrm>
            <a:off x="9235440" y="33009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5" name="Shape 44"/>
          <p:cNvSpPr/>
          <p:nvPr/>
        </p:nvSpPr>
        <p:spPr>
          <a:xfrm>
            <a:off x="11009376" y="32735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6" name="Image 9" descr="/home/claude/deck/icons/al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86186" y="3350362"/>
            <a:ext cx="230429" cy="230429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9281160" y="35204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ALB + App</a:t>
            </a:r>
            <a:endParaRPr lang="en-US" sz="1400" dirty="0"/>
          </a:p>
        </p:txBody>
      </p:sp>
      <p:sp>
        <p:nvSpPr>
          <p:cNvPr id="58" name="Shape 46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3F7"/>
          </a:solidFill>
          <a:ln w="9525">
            <a:solidFill>
              <a:srgbClr val="B9CDD8"/>
            </a:solidFill>
            <a:prstDash val="solid"/>
          </a:ln>
        </p:spPr>
      </p:sp>
      <p:sp>
        <p:nvSpPr>
          <p:cNvPr id="59" name="Text 47"/>
          <p:cNvSpPr/>
          <p:nvPr/>
        </p:nvSpPr>
        <p:spPr>
          <a:xfrm>
            <a:off x="914400" y="470916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follows the same path: no manual application deployment over SSH, and no infrastructure change ships without a Terraform plan/apply.</a:t>
            </a:r>
            <a:endParaRPr lang="en-US" sz="1300" dirty="0"/>
          </a:p>
        </p:txBody>
      </p:sp>
      <p:sp>
        <p:nvSpPr>
          <p:cNvPr id="60" name="Text 48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Artifact Deployment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70432" y="93268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immutable build artifact is kept separate from the mutable pointer that tells EC2 which version to run.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8249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deck/icons/ver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" y="1762963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600200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SHA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108960" y="2167128"/>
            <a:ext cx="0" cy="14630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2313432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239572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deck/icons/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" y="2476195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313432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S3 Artifact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108960" y="2880360"/>
            <a:ext cx="0" cy="14630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48640" y="3026664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065A82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310896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deck/icons/ss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3189427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3026664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Parameter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108960" y="3593592"/>
            <a:ext cx="0" cy="14630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48640" y="3739896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" y="38221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/home/claude/deck/icons/ec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" y="390265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3739896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User Data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108960" y="4306824"/>
            <a:ext cx="0" cy="14630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548640" y="4453128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065A82"/>
          </a:solidFill>
          <a:ln/>
        </p:spPr>
      </p:sp>
      <p:sp>
        <p:nvSpPr>
          <p:cNvPr id="27" name="Shape 21"/>
          <p:cNvSpPr/>
          <p:nvPr/>
        </p:nvSpPr>
        <p:spPr>
          <a:xfrm>
            <a:off x="731520" y="453542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4" descr="/home/claude/deck/icons/jav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" y="4615891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34440" y="4453128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Exact JAR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3108960" y="5020056"/>
            <a:ext cx="0" cy="14630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548640" y="5166360"/>
            <a:ext cx="5120640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</p:spPr>
      </p:sp>
      <p:sp>
        <p:nvSpPr>
          <p:cNvPr id="32" name="Shape 25"/>
          <p:cNvSpPr/>
          <p:nvPr/>
        </p:nvSpPr>
        <p:spPr>
          <a:xfrm>
            <a:off x="731520" y="52486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5" descr="/home/claude/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" y="5329123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234440" y="5166360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→ Application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548640" y="5925312"/>
            <a:ext cx="5120640" cy="685800"/>
          </a:xfrm>
          <a:prstGeom prst="roundRect">
            <a:avLst>
              <a:gd name="adj" fmla="val 9333"/>
            </a:avLst>
          </a:prstGeom>
          <a:solidFill>
            <a:srgbClr val="21295C"/>
          </a:solidFill>
          <a:ln/>
        </p:spPr>
      </p:sp>
      <p:sp>
        <p:nvSpPr>
          <p:cNvPr id="36" name="Text 28"/>
          <p:cNvSpPr/>
          <p:nvPr/>
        </p:nvSpPr>
        <p:spPr>
          <a:xfrm>
            <a:off x="685800" y="592531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s3://blueeagle-prod-app-doc-artifacts/document-retrieval-service/&lt;git-sha&gt;/document-retrieval-service.jar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608076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6080760" y="201168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EAF3F7"/>
          </a:solidFill>
          <a:ln w="6350">
            <a:solidFill>
              <a:srgbClr val="B9CDD8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236208" y="217627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6" descr="/home/claude/deck/icons/repe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0333" y="2260397"/>
            <a:ext cx="252374" cy="25237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812280" y="206654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deployments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6812280" y="23408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rollout resolves to the exact same JAR, every time.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6080760" y="2871216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EAF3F7"/>
          </a:solidFill>
          <a:ln w="6350">
            <a:solidFill>
              <a:srgbClr val="B9CDD8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236208" y="30358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7" descr="/home/claude/deck/icons/versi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0333" y="3119933"/>
            <a:ext cx="252374" cy="252374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812280" y="29260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version identification</a:t>
            </a:r>
            <a:endParaRPr lang="en-US" sz="1250" dirty="0"/>
          </a:p>
        </p:txBody>
      </p:sp>
      <p:sp>
        <p:nvSpPr>
          <p:cNvPr id="47" name="Text 37"/>
          <p:cNvSpPr/>
          <p:nvPr/>
        </p:nvSpPr>
        <p:spPr>
          <a:xfrm>
            <a:off x="6812280" y="32004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 SHA in the S3 key IS the deployed version — no ambiguity.</a:t>
            </a:r>
            <a:endParaRPr lang="en-US" sz="1050" dirty="0"/>
          </a:p>
        </p:txBody>
      </p:sp>
      <p:sp>
        <p:nvSpPr>
          <p:cNvPr id="48" name="Shape 38"/>
          <p:cNvSpPr/>
          <p:nvPr/>
        </p:nvSpPr>
        <p:spPr>
          <a:xfrm>
            <a:off x="6080760" y="3730752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EAF3F7"/>
          </a:solidFill>
          <a:ln w="6350">
            <a:solidFill>
              <a:srgbClr val="B9CDD8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236208" y="389534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8" descr="/home/claude/deck/icons/lo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0333" y="3979469"/>
            <a:ext cx="252374" cy="252374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6812280" y="378561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dependency on “latest”</a:t>
            </a:r>
            <a:endParaRPr lang="en-US" sz="1250" dirty="0"/>
          </a:p>
        </p:txBody>
      </p:sp>
      <p:sp>
        <p:nvSpPr>
          <p:cNvPr id="52" name="Text 41"/>
          <p:cNvSpPr/>
          <p:nvPr/>
        </p:nvSpPr>
        <p:spPr>
          <a:xfrm>
            <a:off x="6812280" y="40599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instances never race a moving artifact during bootstrap.</a:t>
            </a:r>
            <a:endParaRPr lang="en-US" sz="1050" dirty="0"/>
          </a:p>
        </p:txBody>
      </p:sp>
      <p:sp>
        <p:nvSpPr>
          <p:cNvPr id="53" name="Shape 42"/>
          <p:cNvSpPr/>
          <p:nvPr/>
        </p:nvSpPr>
        <p:spPr>
          <a:xfrm>
            <a:off x="6080760" y="4590288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EAF3F7"/>
          </a:solidFill>
          <a:ln w="6350">
            <a:solidFill>
              <a:srgbClr val="B9CDD8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6236208" y="475488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5" name="Image 9" descr="/home/claude/deck/icons/rollba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0333" y="4839005"/>
            <a:ext cx="252374" cy="252374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6812280" y="46451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rollback</a:t>
            </a:r>
            <a:endParaRPr lang="en-US" sz="1250" dirty="0"/>
          </a:p>
        </p:txBody>
      </p:sp>
      <p:sp>
        <p:nvSpPr>
          <p:cNvPr id="57" name="Text 45"/>
          <p:cNvSpPr/>
          <p:nvPr/>
        </p:nvSpPr>
        <p:spPr>
          <a:xfrm>
            <a:off x="6812280" y="49194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SSM back at a prior SHA and refresh the ASG.</a:t>
            </a:r>
            <a:endParaRPr lang="en-US" sz="1050" dirty="0"/>
          </a:p>
        </p:txBody>
      </p:sp>
      <p:sp>
        <p:nvSpPr>
          <p:cNvPr id="58" name="Shape 46"/>
          <p:cNvSpPr/>
          <p:nvPr/>
        </p:nvSpPr>
        <p:spPr>
          <a:xfrm>
            <a:off x="6080760" y="5449824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EAF3F7"/>
          </a:solidFill>
          <a:ln w="6350">
            <a:solidFill>
              <a:srgbClr val="B9CDD8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6236208" y="561441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0" name="Image 10" descr="/home/claude/deck/icons/separa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0333" y="5698541"/>
            <a:ext cx="252374" cy="252374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6812280" y="55046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</a:t>
            </a:r>
            <a:endParaRPr lang="en-US" sz="1250" dirty="0"/>
          </a:p>
        </p:txBody>
      </p:sp>
      <p:sp>
        <p:nvSpPr>
          <p:cNvPr id="62" name="Text 49"/>
          <p:cNvSpPr/>
          <p:nvPr/>
        </p:nvSpPr>
        <p:spPr>
          <a:xfrm>
            <a:off x="6812280" y="57790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management is decoupled from application version delivery.</a:t>
            </a:r>
            <a:endParaRPr lang="en-US" sz="1050" dirty="0"/>
          </a:p>
        </p:txBody>
      </p:sp>
      <p:sp>
        <p:nvSpPr>
          <p:cNvPr id="63" name="Text 50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— OIDC &amp; IAM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70432" y="93268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long-lived AWS access keys are stored in GitHub or GitLab. Every job authenticates with short-lived, federated credentials.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FEDERATION 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" y="203911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deck/icons/github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2123237"/>
            <a:ext cx="252374" cy="2523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92024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 CI Job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08960" y="2578608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48640" y="2761488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13" name="Shape 10"/>
          <p:cNvSpPr/>
          <p:nvPr/>
        </p:nvSpPr>
        <p:spPr>
          <a:xfrm>
            <a:off x="722376" y="288036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deck/icons/i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2964485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276148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OIDC Provider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108960" y="3419856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48640" y="3602736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18" name="Shape 14"/>
          <p:cNvSpPr/>
          <p:nvPr/>
        </p:nvSpPr>
        <p:spPr>
          <a:xfrm>
            <a:off x="722376" y="372160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deck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3805733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60273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STS: AssumeRoleWithWebIdentity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108960" y="4261104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48640" y="444398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5FC9C9"/>
          </a:solidFill>
          <a:ln/>
        </p:spPr>
      </p:sp>
      <p:sp>
        <p:nvSpPr>
          <p:cNvPr id="23" name="Shape 18"/>
          <p:cNvSpPr/>
          <p:nvPr/>
        </p:nvSpPr>
        <p:spPr>
          <a:xfrm>
            <a:off x="722376" y="456285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/home/claude/deck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4646981"/>
            <a:ext cx="252374" cy="25237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444398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AWS Credentials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26364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ROLES, NOT STATIC CREDENTIALS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263640" y="19202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 w="6350">
            <a:solidFill>
              <a:srgbClr val="B9CDD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64808" y="21214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/home/claude/deck/icons/i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221284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86600" y="2011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IAM Role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086600" y="233172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deployment operations — assumed per-job via OIDC.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263640" y="2953512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 w="6350">
            <a:solidFill>
              <a:srgbClr val="B9CDD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464808" y="31546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5" descr="/home/claude/deck/icons/ec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24612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086600" y="30449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Role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7086600" y="336499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the running application access to S3 and SSM.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6263640" y="3986784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 w="6350">
            <a:solidFill>
              <a:srgbClr val="B9CDD8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464808" y="41879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6" descr="/home/claude/deck/icons/s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4279392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086600" y="407822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Permissions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7086600" y="4398264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the artifact bucket and the document bucket only.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6263640" y="5065776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</p:spPr>
      </p:sp>
      <p:sp>
        <p:nvSpPr>
          <p:cNvPr id="43" name="Text 34"/>
          <p:cNvSpPr/>
          <p:nvPr/>
        </p:nvSpPr>
        <p:spPr>
          <a:xfrm>
            <a:off x="6492240" y="506577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itself never contains AWS credentials.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(Terraform-Managed)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70432" y="9326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component groups, provisioned as code and version-controlled alongside the application.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55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deck/icons/v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18470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2313432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VPC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34056" y="160020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3547872" y="1755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deck/icons/sub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8470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43784" y="2313432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Private Subnets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965192" y="160020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</p:sp>
      <p:sp>
        <p:nvSpPr>
          <p:cNvPr id="15" name="Shape 11"/>
          <p:cNvSpPr/>
          <p:nvPr/>
        </p:nvSpPr>
        <p:spPr>
          <a:xfrm>
            <a:off x="5779008" y="1755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deck/icons/a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8470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4920" y="2313432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196328" y="160020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9" name="Shape 14"/>
          <p:cNvSpPr/>
          <p:nvPr/>
        </p:nvSpPr>
        <p:spPr>
          <a:xfrm>
            <a:off x="8010144" y="1755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/home/claude/deck/icons/targetgro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184708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06056" y="2313432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427464" y="160020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23" name="Shape 17"/>
          <p:cNvSpPr/>
          <p:nvPr/>
        </p:nvSpPr>
        <p:spPr>
          <a:xfrm>
            <a:off x="10241280" y="17556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/home/claude/deck/icons/launchtempl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0" y="184708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37192" y="2313432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02920" y="3172968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27" name="Shape 20"/>
          <p:cNvSpPr/>
          <p:nvPr/>
        </p:nvSpPr>
        <p:spPr>
          <a:xfrm>
            <a:off x="1316736" y="33284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/home/claude/deck/icons/as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8176" y="3419856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12648" y="38862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2734056" y="3172968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31" name="Shape 23"/>
          <p:cNvSpPr/>
          <p:nvPr/>
        </p:nvSpPr>
        <p:spPr>
          <a:xfrm>
            <a:off x="3547872" y="33284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6" descr="/home/claude/deck/icons/ia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9312" y="3419856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843784" y="38862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&amp; Instance Profile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4965192" y="3172968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</p:sp>
      <p:sp>
        <p:nvSpPr>
          <p:cNvPr id="35" name="Shape 26"/>
          <p:cNvSpPr/>
          <p:nvPr/>
        </p:nvSpPr>
        <p:spPr>
          <a:xfrm>
            <a:off x="5779008" y="33284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7" descr="/home/claude/deck/icons/s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0448" y="3419856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074920" y="38862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Artifact &amp; Document Buckets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7196328" y="3172968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39" name="Shape 29"/>
          <p:cNvSpPr/>
          <p:nvPr/>
        </p:nvSpPr>
        <p:spPr>
          <a:xfrm>
            <a:off x="8010144" y="33284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8" descr="/home/claude/deck/icons/ss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1584" y="3419856"/>
            <a:ext cx="274320" cy="27432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306056" y="38862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Parameter Store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9427464" y="3172968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43" name="Shape 32"/>
          <p:cNvSpPr/>
          <p:nvPr/>
        </p:nvSpPr>
        <p:spPr>
          <a:xfrm>
            <a:off x="10241280" y="33284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9" descr="/home/claude/deck/icons/s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2720" y="3419856"/>
            <a:ext cx="274320" cy="27432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537192" y="38862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150" dirty="0"/>
          </a:p>
        </p:txBody>
      </p:sp>
      <p:sp>
        <p:nvSpPr>
          <p:cNvPr id="46" name="Text 34"/>
          <p:cNvSpPr/>
          <p:nvPr/>
        </p:nvSpPr>
        <p:spPr>
          <a:xfrm>
            <a:off x="502920" y="468172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tier runs behind the ALB from private subnets; the ASG uses ELB health checks for automated instance replacement.</a:t>
            </a:r>
            <a:endParaRPr lang="en-US" sz="1150" dirty="0"/>
          </a:p>
        </p:txBody>
      </p:sp>
      <p:sp>
        <p:nvSpPr>
          <p:cNvPr id="47" name="Text 35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70432" y="9326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happens, end to end, when a new application version is pushed.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819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tests and builds the JAR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039112"/>
            <a:ext cx="0" cy="530352"/>
          </a:xfrm>
          <a:prstGeom prst="line">
            <a:avLst/>
          </a:prstGeom>
          <a:noFill/>
          <a:ln w="19050">
            <a:solidFill>
              <a:srgbClr val="B9CD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64261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569464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uploaded to S3 keyed by Git commit SHA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099816"/>
            <a:ext cx="0" cy="530352"/>
          </a:xfrm>
          <a:prstGeom prst="line">
            <a:avLst/>
          </a:prstGeom>
          <a:noFill/>
          <a:ln w="19050">
            <a:solidFill>
              <a:srgbClr val="B9CD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63016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validates and applies infrastructure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160520"/>
            <a:ext cx="0" cy="530352"/>
          </a:xfrm>
          <a:prstGeom prst="line">
            <a:avLst/>
          </a:prstGeom>
          <a:noFill/>
          <a:ln w="19050">
            <a:solidFill>
              <a:srgbClr val="B9CD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47640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4690872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parameter updated with the new artifact key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5819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1508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 starts an instance refresh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2039112"/>
            <a:ext cx="0" cy="530352"/>
          </a:xfrm>
          <a:prstGeom prst="line">
            <a:avLst/>
          </a:prstGeom>
          <a:noFill/>
          <a:ln w="19050">
            <a:solidFill>
              <a:srgbClr val="B9CDD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26480" y="26426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20840" y="2569464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EC2 instances read the SSM pointer and download the exact JAR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3099816"/>
            <a:ext cx="0" cy="530352"/>
          </a:xfrm>
          <a:prstGeom prst="line">
            <a:avLst/>
          </a:prstGeom>
          <a:noFill/>
          <a:ln w="19050">
            <a:solidFill>
              <a:srgbClr val="B9CDD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26480" y="3703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20840" y="3630168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starts the app; the instance registers with the ALB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4160520"/>
            <a:ext cx="0" cy="530352"/>
          </a:xfrm>
          <a:prstGeom prst="line">
            <a:avLst/>
          </a:prstGeom>
          <a:noFill/>
          <a:ln w="19050">
            <a:solidFill>
              <a:srgbClr val="B9CDD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26480" y="47640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20840" y="4690872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validates ALB health and the document endpoint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797296"/>
            <a:ext cx="10835640" cy="457200"/>
          </a:xfrm>
          <a:prstGeom prst="roundRect">
            <a:avLst>
              <a:gd name="adj" fmla="val 16000"/>
            </a:avLst>
          </a:prstGeom>
          <a:solidFill>
            <a:srgbClr val="EAF3F7"/>
          </a:solidFill>
          <a:ln w="6350">
            <a:solidFill>
              <a:srgbClr val="B9CD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797296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application deployment over SSH.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Validation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70432" y="93268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validates the full request path automatically after every deployment — nothing is marked “done” on faith.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HEALTH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http://&lt;ALB-DNS&gt;/health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5669280" cy="155448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RETRIEVAL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2057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http://&lt;ALB-DNS&gt;/documents/test-document.txt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25146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“Hello from BlueEagle document retrieval service”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REQUEST PATH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5860" y="39044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0" descr="/home/claude/deck/icons/cl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397764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176272" y="4229100"/>
            <a:ext cx="20116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404872" y="384048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21" name="Shape 18"/>
          <p:cNvSpPr/>
          <p:nvPr/>
        </p:nvSpPr>
        <p:spPr>
          <a:xfrm>
            <a:off x="3022092" y="39044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1" descr="/home/claude/deck/icons/a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44" y="397764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404872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032504" y="4229100"/>
            <a:ext cx="20116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4261104" y="384048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6" name="Shape 22"/>
          <p:cNvSpPr/>
          <p:nvPr/>
        </p:nvSpPr>
        <p:spPr>
          <a:xfrm>
            <a:off x="4878324" y="39044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2" descr="/home/claude/deck/icons/e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3977640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261104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888736" y="4229100"/>
            <a:ext cx="20116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6117336" y="384048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31" name="Shape 26"/>
          <p:cNvSpPr/>
          <p:nvPr/>
        </p:nvSpPr>
        <p:spPr>
          <a:xfrm>
            <a:off x="6734556" y="39044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3" descr="/home/claude/deck/icons/springbo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708" y="3977640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117336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7744968" y="4229100"/>
            <a:ext cx="20116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7973568" y="384048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36" name="Shape 30"/>
          <p:cNvSpPr/>
          <p:nvPr/>
        </p:nvSpPr>
        <p:spPr>
          <a:xfrm>
            <a:off x="8590788" y="39044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4" descr="/home/claude/deck/icons/s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940" y="3977640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973568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9601200" y="4229100"/>
            <a:ext cx="20116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9829800" y="384048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41" name="Shape 34"/>
          <p:cNvSpPr/>
          <p:nvPr/>
        </p:nvSpPr>
        <p:spPr>
          <a:xfrm>
            <a:off x="10447020" y="390448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5" descr="/home/claude/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0172" y="3977640"/>
            <a:ext cx="219456" cy="21945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829800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548640" y="5074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AF3F7"/>
          </a:solidFill>
          <a:ln w="9525">
            <a:solidFill>
              <a:srgbClr val="B9CDD8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822960" y="507492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 Scaling Group uses ELB health checks, so an unhealthy instance is automatically replaced without human intervention — the platform is self-healing, not just self-deploying.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Engineering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914400" cy="36576"/>
          </a:xfrm>
          <a:prstGeom prst="rect">
            <a:avLst/>
          </a:prstGeom>
          <a:solidFill>
            <a:srgbClr val="5FC9C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E3A78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" y="17145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deck/icons/terra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059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087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with Terraform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E3A78"/>
          </a:solidFill>
          <a:ln/>
        </p:spPr>
      </p:sp>
      <p:sp>
        <p:nvSpPr>
          <p:cNvPr id="9" name="Shape 6"/>
          <p:cNvSpPr/>
          <p:nvPr/>
        </p:nvSpPr>
        <p:spPr>
          <a:xfrm>
            <a:off x="6455664" y="17145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deck/icons/githuba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8059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5087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CI/CD: GitHub Actions &amp; GitLab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25146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E3A78"/>
          </a:solidFill>
          <a:ln/>
        </p:spPr>
      </p:sp>
      <p:sp>
        <p:nvSpPr>
          <p:cNvPr id="13" name="Shape 9"/>
          <p:cNvSpPr/>
          <p:nvPr/>
        </p:nvSpPr>
        <p:spPr>
          <a:xfrm>
            <a:off x="832104" y="27203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deck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8117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5146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 OIDC auth to AWS — no static keys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63640" y="25146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E3A78"/>
          </a:solidFill>
          <a:ln/>
        </p:spPr>
      </p:sp>
      <p:sp>
        <p:nvSpPr>
          <p:cNvPr id="17" name="Shape 12"/>
          <p:cNvSpPr/>
          <p:nvPr/>
        </p:nvSpPr>
        <p:spPr>
          <a:xfrm>
            <a:off x="6455664" y="27203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/home/claude/deck/icons/ver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8117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25146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SHA-based application artifacts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35204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E3A78"/>
          </a:solidFill>
          <a:ln/>
        </p:spPr>
      </p:sp>
      <p:sp>
        <p:nvSpPr>
          <p:cNvPr id="21" name="Shape 15"/>
          <p:cNvSpPr/>
          <p:nvPr/>
        </p:nvSpPr>
        <p:spPr>
          <a:xfrm>
            <a:off x="832104" y="37261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/home/claude/deck/icons/ss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38176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35204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SSM-based deployment pointer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263640" y="35204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E3A78"/>
          </a:solidFill>
          <a:ln/>
        </p:spPr>
      </p:sp>
      <p:sp>
        <p:nvSpPr>
          <p:cNvPr id="25" name="Shape 18"/>
          <p:cNvSpPr/>
          <p:nvPr/>
        </p:nvSpPr>
        <p:spPr>
          <a:xfrm>
            <a:off x="6455664" y="37261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/home/claude/deck/icons/as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381762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40880" y="35204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Auto Scaling Group instance refresh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40080" y="45262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E3A78"/>
          </a:solidFill>
          <a:ln/>
        </p:spPr>
      </p:sp>
      <p:sp>
        <p:nvSpPr>
          <p:cNvPr id="29" name="Shape 21"/>
          <p:cNvSpPr/>
          <p:nvPr/>
        </p:nvSpPr>
        <p:spPr>
          <a:xfrm>
            <a:off x="832104" y="47320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/home/claude/dec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482346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17320" y="4526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ALB and application validation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6263640" y="45262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E3A78"/>
          </a:solidFill>
          <a:ln/>
        </p:spPr>
      </p:sp>
      <p:sp>
        <p:nvSpPr>
          <p:cNvPr id="33" name="Shape 24"/>
          <p:cNvSpPr/>
          <p:nvPr/>
        </p:nvSpPr>
        <p:spPr>
          <a:xfrm>
            <a:off x="6455664" y="47320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7" descr="/home/claude/deck/icons/repea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7104" y="482346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4526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deployment via the ASG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640080" y="55321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E3A78"/>
          </a:solidFill>
          <a:ln/>
        </p:spPr>
      </p:sp>
      <p:sp>
        <p:nvSpPr>
          <p:cNvPr id="37" name="Shape 27"/>
          <p:cNvSpPr/>
          <p:nvPr/>
        </p:nvSpPr>
        <p:spPr>
          <a:xfrm>
            <a:off x="832104" y="57378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8" descr="/home/claude/deck/icons/lo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544" y="5829300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417320" y="55321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application deployment over SSH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6263640" y="55321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E3A78"/>
          </a:solidFill>
          <a:ln/>
        </p:spPr>
      </p:sp>
      <p:sp>
        <p:nvSpPr>
          <p:cNvPr id="41" name="Shape 30"/>
          <p:cNvSpPr/>
          <p:nvPr/>
        </p:nvSpPr>
        <p:spPr>
          <a:xfrm>
            <a:off x="6455664" y="57378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9" descr="/home/claude/deck/icons/separa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7104" y="5829300"/>
            <a:ext cx="274320" cy="27432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40880" y="55321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infra vs. app version delivery</a:t>
            </a:r>
            <a:endParaRPr lang="en-US" sz="1250" dirty="0"/>
          </a:p>
        </p:txBody>
      </p:sp>
      <p:sp>
        <p:nvSpPr>
          <p:cNvPr id="44" name="Text 32"/>
          <p:cNvSpPr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2026-09-14T09:53:32Z</dcterms:created>
  <dcterms:modified xsi:type="dcterms:W3CDTF">2026-09-14T09:53:32Z</dcterms:modified>
</cp:coreProperties>
</file>